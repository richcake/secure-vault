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62"/>
    <p:restoredTop sz="95701"/>
  </p:normalViewPr>
  <p:slideViewPr>
    <p:cSldViewPr snapToGrid="0" snapToObjects="1">
      <p:cViewPr>
        <p:scale>
          <a:sx n="31" d="100"/>
          <a:sy n="31" d="100"/>
        </p:scale>
        <p:origin x="3824" y="1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12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54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811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78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7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25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87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20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85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7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18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D44B51C-ED9F-824D-AD83-A2CE44990BD7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3C04DA7-5E76-864B-A487-0CFBFD6304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26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143D6-1A9B-D549-A135-F9B70CBEDF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Хранилище документов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788B92-A4EA-2847-A172-0CB4C4C48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Карпов Арсений 409ИС</a:t>
            </a:r>
          </a:p>
        </p:txBody>
      </p:sp>
    </p:spTree>
    <p:extLst>
      <p:ext uri="{BB962C8B-B14F-4D97-AF65-F5344CB8AC3E}">
        <p14:creationId xmlns:p14="http://schemas.microsoft.com/office/powerpoint/2010/main" val="306597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670E8-7DD1-A74B-ADDF-0597A0572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94F2C9-6A2A-AA4B-85EB-286739958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Личные и рабочие файлы разъехались по мессенджерам, дискам, почте, сложно контролировать доступ.</a:t>
            </a:r>
          </a:p>
          <a:p>
            <a:r>
              <a:rPr lang="ru-RU" dirty="0"/>
              <a:t>Ручное управление правами и версиями ведёт к утечкам и потере актуальности.</a:t>
            </a:r>
          </a:p>
          <a:p>
            <a:r>
              <a:rPr lang="ru-RU" dirty="0"/>
              <a:t>Мобильный доступ часто ограничен, а безопасность зависит от слабых паролей.</a:t>
            </a:r>
          </a:p>
          <a:p>
            <a:r>
              <a:rPr lang="ru-RU" dirty="0"/>
              <a:t>Отсутствует прозрачность: пользователи не видят, кто и когда открывал или менял файлы.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2596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647C7-A3ED-6447-A04D-65BB1633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A52D2-D43C-C04D-A568-7BEAD7F3C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Дать единый сейф для загрузки, организации и совместной работы с файлами из мобильного клиента.</a:t>
            </a:r>
          </a:p>
          <a:p>
            <a:r>
              <a:rPr lang="ru-RU" dirty="0"/>
              <a:t>Обеспечить управляемый доступ</a:t>
            </a:r>
            <a:r>
              <a:rPr lang="en" dirty="0"/>
              <a:t>, </a:t>
            </a:r>
            <a:r>
              <a:rPr lang="ru-RU" dirty="0"/>
              <a:t>уведомления и контроль действий.</a:t>
            </a:r>
          </a:p>
          <a:p>
            <a:r>
              <a:rPr lang="ru-RU" dirty="0"/>
              <a:t>Упростить подключение: минимальная настройка, быстрый старт, дружественный </a:t>
            </a:r>
            <a:r>
              <a:rPr lang="en" dirty="0"/>
              <a:t>UX.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644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FD11E-A36F-9540-98C4-437E9869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18F34-B777-A14F-99A6-67688EF64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Мобильный клиент (</a:t>
            </a:r>
            <a:r>
              <a:rPr lang="en" dirty="0"/>
              <a:t>Expo/React Native) </a:t>
            </a:r>
            <a:r>
              <a:rPr lang="ru-RU" dirty="0"/>
              <a:t>с навигацией по </a:t>
            </a:r>
            <a:r>
              <a:rPr lang="ru-RU" dirty="0" err="1"/>
              <a:t>стэкам</a:t>
            </a:r>
            <a:r>
              <a:rPr lang="ru-RU" dirty="0"/>
              <a:t> (</a:t>
            </a:r>
            <a:r>
              <a:rPr lang="en" dirty="0"/>
              <a:t>auth)/(vault)/(settings).</a:t>
            </a:r>
          </a:p>
          <a:p>
            <a:r>
              <a:rPr lang="en" dirty="0"/>
              <a:t>Backend </a:t>
            </a:r>
            <a:r>
              <a:rPr lang="en" dirty="0" err="1"/>
              <a:t>FastAPI</a:t>
            </a:r>
            <a:r>
              <a:rPr lang="en" dirty="0"/>
              <a:t>: </a:t>
            </a:r>
            <a:r>
              <a:rPr lang="ru-RU" dirty="0"/>
              <a:t>слои </a:t>
            </a:r>
            <a:r>
              <a:rPr lang="en" dirty="0"/>
              <a:t>router</a:t>
            </a:r>
            <a:r>
              <a:rPr lang="ru-RU" dirty="0"/>
              <a:t>,</a:t>
            </a:r>
            <a:r>
              <a:rPr lang="en" dirty="0"/>
              <a:t> service</a:t>
            </a:r>
            <a:r>
              <a:rPr lang="ru-RU" dirty="0"/>
              <a:t>,</a:t>
            </a:r>
            <a:r>
              <a:rPr lang="en" dirty="0"/>
              <a:t> repository; </a:t>
            </a:r>
            <a:r>
              <a:rPr lang="ru-RU" dirty="0"/>
              <a:t>сессии для аутентификации.</a:t>
            </a:r>
          </a:p>
          <a:p>
            <a:r>
              <a:rPr lang="en" dirty="0"/>
              <a:t>PostgreSQL — </a:t>
            </a:r>
            <a:r>
              <a:rPr lang="ru-RU" dirty="0"/>
              <a:t>метаданные файлов/папок, права доступа, история.</a:t>
            </a:r>
          </a:p>
          <a:p>
            <a:r>
              <a:rPr lang="en" dirty="0"/>
              <a:t>S3-</a:t>
            </a:r>
            <a:r>
              <a:rPr lang="ru-RU" dirty="0"/>
              <a:t>совместимое хранилище — сами файлы; операции загрузки/удаления синхронизируются с метаданными.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263122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xport-1765465964310" descr="export-1765465964310">
            <a:hlinkClick r:id="" action="ppaction://media"/>
            <a:extLst>
              <a:ext uri="{FF2B5EF4-FFF2-40B4-BE49-F238E27FC236}">
                <a16:creationId xmlns:a16="http://schemas.microsoft.com/office/drawing/2014/main" id="{20A6CD55-ECCB-0343-B63F-74590387F5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13" y="63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0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929E5F-59FD-204D-BE61-911CA366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68981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54EE03-A17E-BF4B-ACB0-5CA72AA09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818" y="0"/>
            <a:ext cx="3168981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A635D8-E2B5-8741-9FEA-8BBE34557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312" y="0"/>
            <a:ext cx="3168981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D0BF6A-6C6B-1543-9096-FED011390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8130" y="1"/>
            <a:ext cx="3168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AC8AE-549A-0B47-945F-A5EA6E2A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028" y="324124"/>
            <a:ext cx="3470417" cy="689296"/>
          </a:xfrm>
        </p:spPr>
        <p:txBody>
          <a:bodyPr>
            <a:normAutofit fontScale="90000"/>
          </a:bodyPr>
          <a:lstStyle/>
          <a:p>
            <a:r>
              <a:rPr lang="ru-RU" dirty="0"/>
              <a:t>Демонстрация</a:t>
            </a:r>
          </a:p>
        </p:txBody>
      </p:sp>
    </p:spTree>
    <p:extLst>
      <p:ext uri="{BB962C8B-B14F-4D97-AF65-F5344CB8AC3E}">
        <p14:creationId xmlns:p14="http://schemas.microsoft.com/office/powerpoint/2010/main" val="56972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929E5F-59FD-204D-BE61-911CA366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12291" y="0"/>
            <a:ext cx="3168981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54EE03-A17E-BF4B-ACB0-5CA72AA09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03473" y="0"/>
            <a:ext cx="3168981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A635D8-E2B5-8741-9FEA-8BBE34557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1" y="0"/>
            <a:ext cx="3168981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D0BF6A-6C6B-1543-9096-FED011390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839" y="1"/>
            <a:ext cx="3168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AC8AE-549A-0B47-945F-A5EA6E2A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028" y="324124"/>
            <a:ext cx="3470417" cy="689296"/>
          </a:xfrm>
        </p:spPr>
        <p:txBody>
          <a:bodyPr>
            <a:normAutofit fontScale="90000"/>
          </a:bodyPr>
          <a:lstStyle/>
          <a:p>
            <a:r>
              <a:rPr lang="ru-RU" dirty="0"/>
              <a:t>Демонстрация</a:t>
            </a:r>
          </a:p>
        </p:txBody>
      </p:sp>
    </p:spTree>
    <p:extLst>
      <p:ext uri="{BB962C8B-B14F-4D97-AF65-F5344CB8AC3E}">
        <p14:creationId xmlns:p14="http://schemas.microsoft.com/office/powerpoint/2010/main" val="3971141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43794-66EF-0A40-82F9-CF7FFBBE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2932B-FCF0-0A49-B6A6-72D38E197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-apple-system"/>
              </a:rPr>
              <a:t>Офлайн-режим и фоновые синхронизации с разрешением конфликтов</a:t>
            </a:r>
          </a:p>
          <a:p>
            <a:r>
              <a:rPr lang="ru-RU" b="0" i="0" dirty="0" err="1">
                <a:effectLst/>
                <a:latin typeface="-apple-system"/>
              </a:rPr>
              <a:t>Версионирование</a:t>
            </a:r>
            <a:r>
              <a:rPr lang="ru-RU" b="0" i="0" dirty="0">
                <a:effectLst/>
                <a:latin typeface="-apple-system"/>
              </a:rPr>
              <a:t> файлов и история действий</a:t>
            </a:r>
            <a:endParaRPr lang="ru-RU" dirty="0">
              <a:latin typeface="-apple-system"/>
            </a:endParaRPr>
          </a:p>
          <a:p>
            <a:r>
              <a:rPr lang="en" b="0" i="0" dirty="0">
                <a:effectLst/>
                <a:latin typeface="-apple-system"/>
              </a:rPr>
              <a:t>Web-</a:t>
            </a:r>
            <a:r>
              <a:rPr lang="ru-RU" b="0" i="0" dirty="0">
                <a:effectLst/>
                <a:latin typeface="-apple-system"/>
              </a:rPr>
              <a:t>клиент и десктоп приложение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61322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{06ECF307-20FE-D549-A543-6552450E8198}tf10001120</Template>
  <TotalTime>62</TotalTime>
  <Words>181</Words>
  <Application>Microsoft Macintosh PowerPoint</Application>
  <PresentationFormat>Широкоэкранный</PresentationFormat>
  <Paragraphs>22</Paragraphs>
  <Slides>8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Corbel</vt:lpstr>
      <vt:lpstr>Gill Sans MT</vt:lpstr>
      <vt:lpstr>Посылка</vt:lpstr>
      <vt:lpstr>Хранилище документов</vt:lpstr>
      <vt:lpstr>Проблема</vt:lpstr>
      <vt:lpstr>Цель проекта</vt:lpstr>
      <vt:lpstr>Архитектура</vt:lpstr>
      <vt:lpstr>Презентация PowerPoint</vt:lpstr>
      <vt:lpstr>Демонстрация</vt:lpstr>
      <vt:lpstr>Демонстрация</vt:lpstr>
      <vt:lpstr>Планы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Хранилище документов</dc:title>
  <dc:creator>Microsoft Office User</dc:creator>
  <cp:lastModifiedBy>Microsoft Office User</cp:lastModifiedBy>
  <cp:revision>1</cp:revision>
  <dcterms:created xsi:type="dcterms:W3CDTF">2025-12-11T14:15:36Z</dcterms:created>
  <dcterms:modified xsi:type="dcterms:W3CDTF">2025-12-11T15:18:34Z</dcterms:modified>
</cp:coreProperties>
</file>